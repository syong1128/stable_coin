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08D151-D4BC-4FF7-896C-96BE7545FCC2}">
  <a:tblStyle styleId="{C108D151-D4BC-4FF7-896C-96BE7545FC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b0d8737e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b0d8737e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b0d8737e0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b0d8737e0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b0d8737e0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b0d8737e0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b0d8737e0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b0d8737e0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b0d8737e0_0_1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b0d8737e0_0_1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b0d8737e0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b0d8737e0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b0d8737e0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b0d8737e0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-938550" y="601225"/>
            <a:ext cx="70623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MCP 기반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스마트 영수증 DApp 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전자공학부 20235120 박소영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636786" y="5614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프로젝트 주제 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636787" y="126385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/>
              <a:t>- mKRW 스테이블코인 결제 흐름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/>
              <a:t>- 결제 후 거래 해시, 상품명, 수수료, 정산액 생성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/>
              <a:t>- MCP server의 tool을 통해 결제 데이터 분석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 </a:t>
            </a:r>
            <a:r>
              <a:rPr lang="ko">
                <a:solidFill>
                  <a:srgbClr val="FF0000"/>
                </a:solidFill>
              </a:rPr>
              <a:t>Ollama 로컬 LLM으로 AI 스마트 영수증 생성 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636786" y="5614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ko"/>
              <a:t>기존 과제와 확장점</a:t>
            </a:r>
            <a:endParaRPr/>
          </a:p>
        </p:txBody>
      </p:sp>
      <p:graphicFrame>
        <p:nvGraphicFramePr>
          <p:cNvPr id="85" name="Google Shape;85;p15"/>
          <p:cNvGraphicFramePr/>
          <p:nvPr/>
        </p:nvGraphicFramePr>
        <p:xfrm>
          <a:off x="952500" y="157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{C108D151-D4BC-4FF7-896C-96BE7545FCC2}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구분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기본 과제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이번 프로젝트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BEF3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결제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mKRW </a:t>
                      </a:r>
                      <a:r>
                        <a:rPr lang="ko"/>
                        <a:t>결제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유지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지갑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MetaMask </a:t>
                      </a:r>
                      <a:r>
                        <a:rPr lang="ko"/>
                        <a:t>연결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유지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블록체인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GIWA Sepolia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유지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추가 기능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단순 결제 로그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스마트 영수증 생성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AI/MCP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없음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MCP tool + Ollama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636786" y="5614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MCP Tool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636775" y="1269025"/>
            <a:ext cx="6944700" cy="30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get_mock_wallet_balance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: 테스트 지갑의 mKRW 잔액 조회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analyze_transaction_hash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: 거래 해시 기반 결제 정보 분석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generate_smart_receipt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: 결제 데이터를 AI 영수증 문장으로 변환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636786" y="5614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MCP Tool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737800" y="1312325"/>
            <a:ext cx="6944700" cy="30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838" y="1196850"/>
            <a:ext cx="5126325" cy="341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636786" y="5614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ko"/>
              <a:t>시스템 구조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2790600" y="1196850"/>
            <a:ext cx="3562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Web DApp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↓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MetaMask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↓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GIWA Sepolia / mKRW Payment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↓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Smart Receipt Data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↓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MCP Server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↓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Ollama Local LLM</a:t>
            </a:r>
            <a:endParaRPr sz="15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↓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AI Receipt Summar</a:t>
            </a:r>
            <a:r>
              <a:rPr lang="ko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636786" y="5614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75" y="1196850"/>
            <a:ext cx="5368424" cy="329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/>
          <p:nvPr/>
        </p:nvSpPr>
        <p:spPr>
          <a:xfrm>
            <a:off x="3560825" y="3855975"/>
            <a:ext cx="1582200" cy="15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189450" y="2168750"/>
            <a:ext cx="1582200" cy="15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636786" y="5614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75" y="1196850"/>
            <a:ext cx="5574225" cy="337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/>
          <p:nvPr/>
        </p:nvSpPr>
        <p:spPr>
          <a:xfrm>
            <a:off x="3616850" y="3986700"/>
            <a:ext cx="1582200" cy="15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4422925" y="2262125"/>
            <a:ext cx="1582200" cy="15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