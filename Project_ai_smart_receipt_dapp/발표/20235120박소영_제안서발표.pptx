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22" autoAdjust="0"/>
  </p:normalViewPr>
  <p:slideViewPr>
    <p:cSldViewPr>
      <p:cViewPr varScale="1">
        <p:scale>
          <a:sx n="54" d="100"/>
          <a:sy n="54" d="100"/>
        </p:scale>
        <p:origin x="44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242"/>
            <a:ext cx="16536306" cy="92241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사용자 지정</PresentationFormat>
  <Paragraphs>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3</cp:revision>
  <dcterms:created xsi:type="dcterms:W3CDTF">2006-08-16T00:00:00Z</dcterms:created>
  <dcterms:modified xsi:type="dcterms:W3CDTF">2026-05-18T03:45:48Z</dcterms:modified>
</cp:coreProperties>
</file>